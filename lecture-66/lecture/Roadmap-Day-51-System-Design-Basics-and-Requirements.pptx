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822960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 with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85216" y="1371600"/>
            <a:ext cx="7973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Basics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5216" y="1938528"/>
            <a:ext cx="7973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Requirements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265176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requirements before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" y="3154680"/>
            <a:ext cx="221284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3529584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Day 51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4626864"/>
            <a:ext cx="7973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Nikhil Nair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Plan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335024"/>
            <a:ext cx="78364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system design is and what must happen before we talk about architecture.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functional requirements from non-functional requirements using concrete product examples.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URL shortener case study to practise requirement analysis with real assumptions.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those requirements to the first design ideas such as APIs, data, caching, and ID generation.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clean checklist of mistakes to avoid when starting a system design discussion.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4248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system design?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engineers need system design?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79735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engineering work, teams are rarely handed a perfect technical plan. They are usually handed a business goal, a product idea, or a feature request that still needs clarification.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design discussion turns that vague input into concrete questions about users, APIs, data, latency, scale, reliability, and cost.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ride-booking feature in Uber. The real work begins by clarifying the rider flow, matching flow, update flow, traffic expectations, and failure handling before anyone chooses databases or queues.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system design?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25296"/>
            <a:ext cx="79735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is the process of deciding how a software system should meet product requirements under real operational constraints.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constraints may include traffic volume, response time, availability targets, data growth, engineering effort, and cost.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that means moving from a problem statement to design-driving decisions about APIs, data models, storage, caching, scaling, and operational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before architecture?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43584"/>
            <a:ext cx="79735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drawing components, we need to understand the users, the core workflows, and what success means for the product.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need to ask about traffic, latency, reliability, abuse risks, and what version one must support.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skip that step, we end up discussing technology without knowing whether it fits the problem.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4248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functional requirements?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43584"/>
            <a:ext cx="797356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describe what the system must do.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capture user actions, system behaviours, business rules, and required outputs.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design discussions, these requirements become the first checklist for APIs, data entities, and request flows.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functional requirements look like in real products?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70432"/>
            <a:ext cx="79735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Uber, a rider must be able to request a trip, the system must match supply and demand, and the rider must receive trip status updates.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YouTube, a creator must be able to upload a video, the platform must process it, and viewers must be able to stream it.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URL shortener, a user must be able to create a short link, and a visitor must be redirected from that short link to the original URL.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these are product behaviours, not implementation choices.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Identify the functional requirements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33856"/>
            <a:ext cx="7973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statement: Build a public URL shortener. A user pastes a long URL and gets back a short URL that can be shared.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statement: When a visitor opens the short URL, the system should redirect them to the original destination. Version one should also support optional expiry dates and basic click counting.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only the required system behaviours.</a:t>
            </a:r>
            <a:endParaRPr lang="en-US" sz="150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write database choices, cache choices, or technology words like microservices or Redis.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Functional requirements for the product statement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behaviours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long URL and create a corresponding short URL.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 visitor from the short URL to the original URL.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one 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optional link expiry.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basic click counts for each short link.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functional requirements because they describe what the product must do.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4248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3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non-functional requirements?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25296"/>
            <a:ext cx="7973568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describe how well the system must behave.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usually cover latency, throughput, availability, consistency needs, security, maintainability, and cost.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requirements often decide the shape of the architecture even when the feature list stays the same.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non-functional requirements drive design decisions?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79735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matters because users experience the system one request at a time.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matters because a system serving 50 requests per second does not face the same pressure as a system serving 50,000 requests per second.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Read-write pattern matters because a read-heavy product often pushes us toward different choices from a write-heavy product.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cost, and operational complexity matter because the best design is the one the team can build and operate responsibly.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Identify the non-functional requirements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79735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URL shortener statement again, but now focus only on quality expectations.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today’s class discussion, assume the system creates 10 million new short links per month and serves 1 billion redirects per month.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assume the redirect path should usually feel near-instant to the user, and the product is public, so misuse is a real concern.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non-functional requirements that matter most before design begins.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Non-functional requirements for the product statement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scale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redirect latency very low, because the core user action is opening a short link and reaching the destination quickly.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far more reads than writes, because redirects greatly outnumber link creation in our class scenario.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safety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reasonably available, because failed redirects break the core product experience.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abuse-control thinking, because public URL systems can be used for spam or malicious redirects.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4248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 case study</a:t>
            </a:r>
            <a:endParaRPr lang="en-US" sz="3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 case study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79735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make the problem concrete. We are designing a public URL shortener similar in spirit to products such as TinyURL or Bitly.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lecture, assume 10 million new short links per month and 1 billion redirects per month.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redirect latency should usually stay under about 100 ms at the application level for a good user experience.</a:t>
            </a:r>
            <a:endParaRPr lang="en-US" sz="15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one needs short-link creation, redirection, expiry, and basic click counting.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clarify before we design it?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API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create links?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anonymous users create them?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create-link flow return?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when a short link is opened, expired, invalid, or unsafe?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operations 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fields must be stored for each short link?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should expired links remain in the system?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click counting exact or approximate?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unique short IDs be generated, and do hot links need caching?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Requirement analysis for a URL shortener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60704"/>
            <a:ext cx="797356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case study, write four lists.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the system must support.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expectations the system must meet.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 we already know.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we still need answered.</a:t>
            </a:r>
            <a:endParaRPr lang="en-US" sz="14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mark the items that are most likely to affect the eventual design first.</a:t>
            </a:r>
            <a:endParaRPr lang="en-US" sz="14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especially about redirect latency, high read traffic, unique ID generation, click counting, and abuse prevention.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Requirements and quality expectations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short link from a long URL.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 short link to the original URL.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optional expiry.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basic click counts.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expectations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redirects very fast.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heavy read traffic.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reasonably available.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system from obvious abuse.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Fixed limits and open questions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product.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Read-heavy workload.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one scope is intentionally small.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1481328"/>
            <a:ext cx="3611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anonymous users allowed?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custom aliases be handled, if added later?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must analytics be?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when a link expires?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4248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design</a:t>
            </a:r>
            <a:endParaRPr lang="en-US" sz="3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requirements begin shaping the solution?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60704"/>
            <a:ext cx="797356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requirements are clear, we can see the next technical concepts emerging naturally.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starts to matter because create-link and redirect become core request flows.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starts to matter because we now know the basic entities and fields.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starts to matter because the redirect path is read-heavy and latency-sensitive.</a:t>
            </a:r>
            <a:endParaRPr lang="en-US" sz="145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generation starts to matter because every short link needs a unique token at scale.</a:t>
            </a:r>
            <a:endParaRPr lang="en-US" sz="145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point where requirement analysis starts turning into design thinking.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technical ideas appear next, and why?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7973568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ideas become relevant only when the requirements justify them.</a:t>
            </a:r>
            <a:endParaRPr lang="en-US" sz="148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becomes relevant only if data volume or throughput demands it.</a:t>
            </a:r>
            <a:endParaRPr lang="en-US" sz="148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analytics pipelines matter only if click tracking grows beyond a simple count.</a:t>
            </a:r>
            <a:endParaRPr lang="en-US" sz="1480" dirty="0"/>
          </a:p>
          <a:p>
            <a:pPr marL="457200" indent="-4572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service decomposition matters only if the product scope or scale requires it.</a:t>
            </a:r>
            <a:endParaRPr lang="en-US" sz="148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helps us avoid jumping into advanced architecture before the problem earns it.</a:t>
            </a:r>
            <a:endParaRPr lang="en-US" sz="14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37176"/>
            <a:ext cx="9144000" cy="31089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 | SDE with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3524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" y="374904"/>
            <a:ext cx="8110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mistakes should we avoid in requirement analysis?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64" y="859536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79735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confuse requirements with solutions, because “use Redis” or “use microservices” is still not a requirement.</a:t>
            </a:r>
            <a:endParaRPr lang="en-US" sz="148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leave scale vague when the design clearly depends on traffic, latency, and data growth.</a:t>
            </a:r>
            <a:endParaRPr lang="en-US" sz="148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collect requirements without prioritising them, because not every feature or constraint drives the architecture equally.</a:t>
            </a:r>
            <a:endParaRPr lang="en-US" sz="148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make the activity vague. The problem statement, assumptions, and technical prompts must appear directly in the slides.</a:t>
            </a:r>
            <a:endParaRPr lang="en-US" sz="14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Basics &amp; Requirements</dc:title>
  <dc:subject>Roadmap Day 51</dc:subject>
  <dc:creator>OpenAI</dc:creator>
  <cp:lastModifiedBy>OpenAI</cp:lastModifiedBy>
  <cp:revision>1</cp:revision>
  <dcterms:created xsi:type="dcterms:W3CDTF">2026-03-08T11:16:18Z</dcterms:created>
  <dcterms:modified xsi:type="dcterms:W3CDTF">2026-03-08T11:16:18Z</dcterms:modified>
</cp:coreProperties>
</file>