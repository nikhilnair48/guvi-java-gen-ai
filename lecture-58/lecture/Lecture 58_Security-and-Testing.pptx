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83c8e6ae3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83c8e6ae3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83c8e6ae3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3c8e6ae3_2_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c83c8e6ae3_2_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83c8e6ae3_2_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3c8e6ae3_2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c83c8e6ae3_2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83c8e6ae3_2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3c8e6ae3_2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c83c8e6ae3_2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83c8e6ae3_2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3c8e6ae3_2_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c83c8e6ae3_2_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83c8e6ae3_2_3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3c8e6ae3_2_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c83c8e6ae3_2_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83c8e6ae3_2_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3c8e6ae3_2_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c83c8e6ae3_2_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83c8e6ae3_2_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83c8e6ae3_2_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c83c8e6ae3_2_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83c8e6ae3_2_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3c8e6ae3_2_6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c83c8e6ae3_2_6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83c8e6ae3_2_6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3c8e6ae3_2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c83c8e6ae3_2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83c8e6ae3_2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3c8e6ae3_2_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c83c8e6ae3_2_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83c8e6ae3_2_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83c8e6ae3_2_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83c8e6ae3_2_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83c8e6ae3_2_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3c8e6ae3_2_1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c83c8e6ae3_2_1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83c8e6ae3_2_1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3c8e6ae3_2_1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c83c8e6ae3_2_1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83c8e6ae3_2_1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3c8e6ae3_2_1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c83c8e6ae3_2_1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83c8e6ae3_2_1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83c8e6ae3_2_1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c83c8e6ae3_2_1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c83c8e6ae3_2_1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3c8e6ae3_2_1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c83c8e6ae3_2_1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83c8e6ae3_2_1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83c8e6ae3_2_1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83c8e6ae3_2_1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83c8e6ae3_2_1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83c8e6ae3_2_1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c83c8e6ae3_2_1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83c8e6ae3_2_1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83c8e6ae3_2_15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c83c8e6ae3_2_15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83c8e6ae3_2_15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83c8e6ae3_2_1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c83c8e6ae3_2_1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83c8e6ae3_2_1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83c8e6ae3_2_1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c83c8e6ae3_2_1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83c8e6ae3_2_1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83c8e6ae3_2_1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c83c8e6ae3_2_1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c83c8e6ae3_2_1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83c8e6ae3_2_1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c83c8e6ae3_2_1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83c8e6ae3_2_1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83c8e6ae3_2_1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c83c8e6ae3_2_1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c83c8e6ae3_2_1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83c8e6ae3_2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c83c8e6ae3_2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83c8e6ae3_2_1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83c8e6ae3_2_19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c83c8e6ae3_2_19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83c8e6ae3_2_19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83c8e6ae3_2_2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c83c8e6ae3_2_2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83c8e6ae3_2_2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83c8e6ae3_2_2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c83c8e6ae3_2_2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83c8e6ae3_2_2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83c8e6ae3_2_2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c83c8e6ae3_2_2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c83c8e6ae3_2_2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83c8e6ae3_2_2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c83c8e6ae3_2_2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83c8e6ae3_2_2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83c8e6ae3_2_2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c83c8e6ae3_2_2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c83c8e6ae3_2_2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83c8e6ae3_2_2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c83c8e6ae3_2_2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c83c8e6ae3_2_2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83c8e6ae3_2_2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c83c8e6ae3_2_2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c83c8e6ae3_2_2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83c8e6ae3_2_2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c83c8e6ae3_2_2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c83c8e6ae3_2_2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83c8e6ae3_2_2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c83c8e6ae3_2_2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c83c8e6ae3_2_2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83c8e6ae3_2_25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c83c8e6ae3_2_25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83c8e6ae3_2_25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83c8e6ae3_2_2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c83c8e6ae3_2_2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83c8e6ae3_2_2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83c8e6ae3_2_2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c83c8e6ae3_2_2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c83c8e6ae3_2_2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83c8e6ae3_2_2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c83c8e6ae3_2_2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c83c8e6ae3_2_2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83c8e6ae3_2_2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c83c8e6ae3_2_2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c83c8e6ae3_2_2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83c8e6ae3_2_2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c83c8e6ae3_2_2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c83c8e6ae3_2_2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83c8e6ae3_2_29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c83c8e6ae3_2_29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83c8e6ae3_2_29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83c8e6ae3_2_29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c83c8e6ae3_2_29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c83c8e6ae3_2_29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83c8e6ae3_2_3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c83c8e6ae3_2_3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c83c8e6ae3_2_3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83c8e6ae3_2_3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c83c8e6ae3_2_3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83c8e6ae3_2_3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83c8e6ae3_2_3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c83c8e6ae3_2_3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83c8e6ae3_2_3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spring.io/spring-security/site/docs/current/api/org/springframework/security/config/annotation/web/builders/HttpSecurity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java-design-patterns.com/patterns/builder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spring.io/spring-security/site/docs/current/api/org/springframework/security/authorization/AuthorizationManager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swagger.io/tools/swagger-ui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1508760"/>
            <a:ext cx="91437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 57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1954530"/>
            <a:ext cx="9143771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and Documentation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0" y="2571750"/>
            <a:ext cx="91437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Objective and 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384048" y="788670"/>
            <a:ext cx="8366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384048" y="1028700"/>
            <a:ext cx="8366760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Explain how SecurityConfig controls access before a controller is reached.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Predict when a request will return 401 versus 403 in our 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Complete Milestone D and verify role based access using Postman.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Enable Swagger UI and validate that the API contract is visible.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384048" y="2091690"/>
            <a:ext cx="8366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84048" y="2331720"/>
            <a:ext cx="836676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Warm up quiz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SecurityConfig recap and Milestone D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Swagger and OpenAPI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baseline and repeatable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Improving performance and reducing redundancy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 up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Warm up quiz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384048" y="891540"/>
            <a:ext cx="8366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 6 questions.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SecurityConfig, what is the main reason we call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486918" y="1337310"/>
            <a:ext cx="82296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runs our controllers in a secure mode so they can read usernames and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tells Spring Security which requests should be allowed or blocked before the controller is reached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creates MongoDB indexes for secure fields like email and passwordHash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turns on logging so we can see every request in the console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SecurityConfig, what is the main reason we call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runs our controllers in a secure mode so they can read usernames and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tells Spring Security which requests should be allowed or blocked before the controller is reached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creates MongoDB indexes for secure fields like email and passwordHash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turns on logging so we can see every request in the console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This is where we define authorization rules so Spring Security can decide access before the request reaches any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does requestMatchers("/auth/**") mean inside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selects requests whose path matches /auth/** so we can apply a rule to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sends requests to the AuthController automatically without using @RequestMapping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checks whether the user exists in MongoDB before the request continues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changes the API URL so the client can call /auth/** without Basic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does requestMatchers("/auth/**") mean inside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selects requests whose path matches /auth/** so we can apply a rule to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sends requests to the AuthController automatically without using @RequestMapping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checks whether the user exists in MongoDB before the request continues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changes the API URL so the client can call /auth/** without Basic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 matcher selects a set of requests by pattern so the next method can define what should happen for those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we write .requestMatchers("/auth/signup").permitAll(), what does permitAll() mean?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The endpoint is reachable without sending any Basic Auth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The endpoint can be called only by ADMIN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The endpoint automatically creates a user in MongoDB if they do not exist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endpoint ignores request validation annotations like @NotBlank and @Email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we write .requestMatchers("/auth/signup").permitAll(), what does permitAll() mean?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The endpoint is reachable without sending any Basic Auth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The endpoint can be called only by ADMIN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The endpoint automatically creates a user in MongoDB if they do not exist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endpoint ignores request validation annotations like @NotBlank and @Email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permitAll means Spring Security will not require authentication for that request pattern.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app, what is the most accurate meaning of .anyRequest().authenticated()?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Every request must include valid Basic Auth credentials unless an earlier rule allows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Every request must be an HTTP GET request to be considered safe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Every request must include a CSRF token or it will be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Every request must come from Swagger UI instead of Postman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app, what is the most accurate meaning of .anyRequest().authenticated()?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Every request must include valid Basic Auth credentials unless an earlier rule allows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Every request must be an HTTP GET request to be considered safe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Every request must include a CSRF token or it will be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Every request must come from Swagger UI instead of Postman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authenticated means the request must have a valid logged-in user, typically proven through Basic Auth in our current setup.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did we store passwordHash in MongoDB instead of storing the raw password?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the raw password is too long to store in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a password hash is a safer representation and we can still verify the password during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Spring Boot cannot read raw passwords from request bodies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MongoDB requires passwords to be encrypted before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did we store passwordHash in MongoDB instead of storing the raw password?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the raw password is too long to store in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a password hash is a safer representation and we can still verify the password during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Spring Boot cannot read raw passwords from request bodies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MongoDB requires passwords to be encrypted before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Hashing protects the real password value while still allowing the system to verify login by comparing the input password against the stored hash.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CSRF stands for Cross-Site Request Forgery. In our current Basic Auth + Postman flow, why do we disable CSRF protection?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CSRF protection blocks many POST, PUT, and DELETE requests unless a CSRF token is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CSRF protection prevents Basic Authentication from 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CSRF protection is only needed when using MongoDB Atlas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CSRF protection is required only for GET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CSRF stands for Cross-Site Request Forgery. In our current Basic Auth + Postman flow, why do we disable CSRF protection?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CSRF protection blocks many POST, PUT, and DELETE requests unless a CSRF token is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CSRF protection prevents Basic Authentication from 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CSRF protection is only needed when using MongoDB Atlas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CSRF protection is required only for GET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Without disabling CSRF, state-changing requests can return 403 because Postman is not sending the CSRF token Spring expects by default.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Moving to implementation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SecurityConfig?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384050" y="788675"/>
            <a:ext cx="836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SecurityConfig is a Spring configuration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Its job is to define security setup for the entire application when the app starts.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class does not handle requests like a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Instead, it prepares the security system that will run before any controller is reached.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SecurityFilterChain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384050" y="788673"/>
            <a:ext cx="8366700" cy="23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SecurityConfig, we create a bean of type SecurityFilterChain.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That bean represents the security pipeline that will run for incoming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SecurityFilterChain contains two important parts.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way to decide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which requests this chain applies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list of security filters that will run in order for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build this bean using </a:t>
            </a: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HttpSecurity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HttpSecurity is the builder that collects our settings and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requests actually 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384050" y="788675"/>
            <a:ext cx="83667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a request reaches our backend, it does not go directly to the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first passes through the security layer.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simplified view of the flow looks like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 enters the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is triggered through a filter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selects the matching security 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Filters run in order and may allow or block the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Only then does the request reach the controller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security blocks the request, the controller code never runs.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chaining works: HttpSecurity is a builder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5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SecurityConfig code looks like many methods are running one after another.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actually happening is that we are configuring a </a:t>
            </a:r>
            <a:r>
              <a:rPr b="0" i="1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builder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object.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HttpSecurity is a builder.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method call updates the builder with one piece of security configuration.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the end, http.build() creates the final SecurityFilterChain bean.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similar to patterns you already know in Java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Example: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StringBuilder collects changes and produces a final string when you call toString().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do we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read the authorization rules block?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6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Inside SecurityConfig, we have a block where we define access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easiest way to read each rule is in two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1: select which requests we are talking about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2: attach the access decision for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requestMatchers(...) is the selection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selects requests based on URL patterns like /auth/** or /api/**.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we attach a decision method such as permitAll() or authenticated().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requestMatchers("/auth/**") selects authentication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permitAll() means those requests are allowed without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authorizeHttpRequests building?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7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authorizeHttpRequests is where Spring Security collects the authorization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Under the hood, it builds a structure that looks like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 pattern matcher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Access decision for requests that match that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 you can think of it as a table of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request matches pattern A, apply decision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request matches pattern B, apply decision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request matches nothing above, apply the default rule at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uses the idea of an </a:t>
            </a: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AuthorizationManager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to represent the access decision logic.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do not call it directly in your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uses it internally while handling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do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es 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401 and 403 come from?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8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handles two steps before a request reaches the controller.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1: Authentication.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tries to identify who the user 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Basic Authentication is enabled, it reads the Authorization header and verifies the credentials.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2: Authorization.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checks the rules we defined and decides whether this user is allowed to access this endpoint.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leads to two common outcomes.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401 happens when authentication did not happen or failed.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Wrong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403 happens when authentication succeeded but authorization failed.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user is logged 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user does not have the required role for the 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why a STUDENT can log in successfully but still be blocked from an ADMIN-only route.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Rule order matters: first match wins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9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checks the rules in the order we write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first rule that matches the request decides what happens.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why specific rules must be written before broad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we want /api/courses/** to be ADMIN-only, that rule must appear before /api/** authenticated.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Otherwise, the broad /api/** rule may match first and the specific rule may never apply.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Milestone D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0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Milestone D is where we prove authorization using roles.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add an endpoint that can update a user’s roles in the users 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we will use the same credentials again and observe that access changes based on role.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First the user has role STUDENT and gets blocked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the user gets role ADMIN and the same action is allowed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will help learners connect roles in MongoDB to authorization decisions in SecurityConfig.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Postman verification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verify role-based authorization using a simple proof loop.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Create a user using signup.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with role STUDENT.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a protected course endpoint with STUDENT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POST /api/courses and observe 403.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Update the user’s roles to ADMIN using the new endpoint we build.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the same course endpoint again with the same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Observe success.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OpenAPI and Swagger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OpenAPI?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OpenAPI is a standard format for describing a REST API.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captures the API contract in a structured way so tools can read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 OpenAPI description usually includes: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list of endpoints and their HTTP methods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Path parameters and query parameters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 body shape for POST and 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Response shapes for success and error cases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Response codes such as 200, 201, 400, 401, 403, 404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 requirements for protected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contract is accurate, someone can understand how to call the API without reading controller code.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Swagger UI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384048" y="788670"/>
            <a:ext cx="836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Swagger UI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is a web interface that renders the OpenAPI contract as interactive documentation.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helps with three practical tasks: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Discovering what endpoints exist in the backend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Understanding what payload an endpoint expects and what it returns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Trying a request quickly from the browser and observing the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Swagger UI is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good for discovery and quick trials</a:t>
            </a:r>
            <a:endParaRPr sz="11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Tools like 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is better for repeatable testing and collections.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API documentation matters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5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project already has multiple resources and multiple endpoints.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Courses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Enrollments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Authentication and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 we add security, the same endpoint can behave differently based on credentials and roles.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Documentation reduces confusion by making these details visible: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endpoints exist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request body is required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the response looks like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error responses look like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Whether authentication is required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Whether an admin role is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also supports smoother collaboration in larger teams  because the API contract becomes a shared reference.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to validate Swagger UI output?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Swagger UI is running, validate the output in this order.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key endpoints appear and the method and path look correct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Request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the request model matches the DTO you expect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required fields are clearly indicated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Response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the success response looks correct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error responses are visible as well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Status codes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expected codes like 200 or 201 are visible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common failures like 400, 401, 403, 404 are included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Security clarity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it is clear which endpoints are public and which are protected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protected endpoints indicate that credentials are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High level integration steps in Spring Boot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7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enable Swagger UI by adding OpenAPI support to our Spring Boot 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the OpenAPI and Swagger UI dependency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the Spring Boot application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 Swagger UI in the browser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endpoints are discovered and listed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endpoints do not appear, the most common causes are: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Dependency or version mismatch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application did not restart cleanly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are not being picked up by component scanning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keep the first integration minimal. Once the UI is visible, we can improve documentation details later.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Swagger UI walkthrough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8"/>
          <p:cNvSpPr/>
          <p:nvPr/>
        </p:nvSpPr>
        <p:spPr>
          <a:xfrm>
            <a:off x="384049" y="788675"/>
            <a:ext cx="6246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use a short walkthrough to confirm Swagger UI is working correctly.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 Swagger UI and confirm the endpoint list loads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Expand one endpoint and inspect request and response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one request from Swagger UI and observe the response code and body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one protected endpoint without credentials and observe the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purpose is to confirm documentation is generated and usable.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800" y="1686274"/>
            <a:ext cx="3978902" cy="17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9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Enable Swagger UI for this project and ensure the API contract is visible.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Expected outcome: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Swagger UI loads in the browser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main endpoints are visible in Swagger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least one endpoint can be tried from Swagger UI and returns a valid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to share: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screenshot showing Swagger UI with the endpoint list visible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screenshot of one endpoint expanded showing request and response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Postman is used for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1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is a tool used to send HTTP requests to an API and inspect the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is useful during backend development because it makes API testing fast and repeatable.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 test an endpoint without building a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 verify request bodies, headers, and status codes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 re-run the same request multiple times while you are changing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also helps when debugging security.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makes it easy to compare what happens with no credentials versus correct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2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Three Postman concepts to know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 use Postman well, you only need three concepts.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single API call with a method, URL, headers, and an optional body.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saved group of related requests, organized like a folder.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collection becomes a reusable test suite for your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saved set of variables such as base URL, usernames, and passwords.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Environments prevent copy pasting values across requests and reduce mistakes.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Testing secured endpoints in Postman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security is added, testing should follow a consistent sequence.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1: Confirm a public endpoint 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an endpoint that is meant to be open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the expected status code and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2: Confirm a protected endpoint blocks without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a protected endpoint with no Authorization header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401, meaning identity was not proven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3: Confirm the same endpoint works with valid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Basic Authentication credentials to the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200 or 201 if the user has permission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4: Confirm role based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the same credentials and call an admin protected 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403 when the role is not sufficient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Update the user role, then retry and verify success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sequence helps you separate authentication issues from authorization issues.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to save after testing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54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After testing, save the work so it can be repeated without retyping anything.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Save a collection that includes: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Signup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Login verification request if applicable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public endpoint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protected endpoint request that requires 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protected endpoint request that requires an admin 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Save an environment that includes: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Base URL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student account email and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admin account email and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collection and environment are saved, you can re-run the same checks quickly after every code change.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and redundancy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redundancy shows up in backend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6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Redundancy means the same work is repeated in multiple places.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Spring Boot projects, redundancy commonly appears in these ways: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repeating the same validation checks instead of relying on DTO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Multiple controllers formatting errors differently instead of using one global exception handler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Services repeating the same mapping logic from entities to response DTOs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Repeating the same database lookup logic in several methods instead of centralizing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Redundancy makes code harder to maintain.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behavior changes, you have to update many places and mistakes become more likely.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Patterns to reduce redundancy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7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There are a few simple patterns that reduce repetition without adding complexity.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Thin controllers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should focus on request and response handling.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They should delegate business rules to services.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 owns business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Business rules should live in the service layer so logic is not copied across endpoints.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DTO and mapping discipline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Define clear request and response DTOs.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Convert between DTOs and database models in a consistent way.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avoids repeating conversion logic in every endpoint.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Centralized exception handling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a global exception handler to convert exceptions into consistent error responses.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removes repeated try catch logic from controllers.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Validation through annotations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validation annotations on DTOs and @Valid in controllers so required checks are enforced consistently.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performance issues show up with MongoDB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8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Performance issues often come from avoidable patterns, not from MongoDB itself.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Common causes in API projects: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Returning unbounded lists instead of using pagination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indexes on fields that are frequently searched or filtered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Fetching full documents when only a small subset of fields is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Repeating database calls in the same request, such as fetching the same record multiple times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Doing work in loops that can be done once outside the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Most of these issues can be solved with a few good defaults and habits.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Practical performance hygiene for this project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9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These are simple rules we can apply immediately in this codebase.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by default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 endpoints should use paging parameters so responses stay bounded.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Indexes for lookup fields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indexes on fields that are frequently used in queries such as email and codes.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helps reads stay fast as data grows.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Projection for list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For list screens, return only the fields needed for the UI.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return entire documents if the UI does not need everything.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Avoid duplicate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you already have a record, reuse it in the same request.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fetch the same record repeatedly in different parts of the same service method.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Basic measurement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something feels slow, measure before guessing.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Even simple request timing logs can reveal where time is spent.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Optional next tools and practices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0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Once the basics are solid, there are tools that can help observe and improve performance further.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Metrics and health checks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Boot Actuator can expose health and basic metrics for the application.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Structured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Metrics libraries help track request latency and error rates over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Caching can help when reads are frequent and data does not change often.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Caching should be introduced only after measuring and identifying a real bottleneck.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Profiling and query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performance becomes a priority, profiling and query inspection help locate expensive paths in code and database access.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is a wrap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